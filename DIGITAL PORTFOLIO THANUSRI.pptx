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DCFD4112-7672-41E4-B558-8A6F38967F94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8B9C9D0-E2F3-4A1F-8BF4-11B0F8C794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66868" y="762000"/>
            <a:ext cx="5105400" cy="1371600"/>
          </a:xfrm>
        </p:spPr>
        <p:txBody>
          <a:bodyPr/>
          <a:lstStyle/>
          <a:p>
            <a:pPr algn="ctr"/>
            <a:r>
              <a:rPr lang="en-US" dirty="0" smtClean="0"/>
              <a:t>DIGITAL PORTFOLIO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3124200"/>
            <a:ext cx="5114778" cy="22860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 smtClean="0"/>
              <a:t>STUDENT NAME:THANUSRI.R</a:t>
            </a:r>
          </a:p>
          <a:p>
            <a:pPr algn="ctr"/>
            <a:r>
              <a:rPr lang="en-US" dirty="0" smtClean="0"/>
              <a:t>REGISTER NUMBER:astvu21024u18092</a:t>
            </a:r>
          </a:p>
          <a:p>
            <a:pPr algn="ctr"/>
            <a:r>
              <a:rPr lang="en-US" dirty="0" smtClean="0"/>
              <a:t>DEPARTMENT:COMPUTER SCIENCE</a:t>
            </a:r>
          </a:p>
          <a:p>
            <a:pPr algn="ctr"/>
            <a:r>
              <a:rPr lang="en-US" dirty="0" smtClean="0"/>
              <a:t>COLLEGE NAME:SRI AKILANDESWARI WOMEN’S COLLEGE</a:t>
            </a:r>
          </a:p>
          <a:p>
            <a:pPr algn="ctr"/>
            <a:r>
              <a:rPr lang="en-US" dirty="0" smtClean="0"/>
              <a:t>UNIVERSITY:THIRUVALLUR UNIVERSITY</a:t>
            </a:r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533400"/>
            <a:ext cx="5271868" cy="1905000"/>
          </a:xfrm>
        </p:spPr>
        <p:txBody>
          <a:bodyPr/>
          <a:lstStyle/>
          <a:p>
            <a:pPr algn="ctr"/>
            <a:r>
              <a:rPr lang="en-US" dirty="0" smtClean="0"/>
              <a:t>DIGITAL PORTFOLIO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641736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239000" cy="11430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Problem Statement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Project overview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End User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Tools and Technologies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Portfolio Design and Layout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Features and Functions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Result and Screenshots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Conclusion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err="1" smtClean="0"/>
              <a:t>Github</a:t>
            </a:r>
            <a:r>
              <a:rPr lang="en-US" dirty="0" smtClean="0"/>
              <a:t> link</a:t>
            </a:r>
          </a:p>
          <a:p>
            <a:pPr marL="571500" indent="-571500">
              <a:buFont typeface="+mj-lt"/>
              <a:buAutoNum type="romanUcPeriod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Many beginners in web development find it hard to present their skills effectively.</a:t>
            </a:r>
          </a:p>
          <a:p>
            <a:pPr>
              <a:buNone/>
            </a:pPr>
            <a:r>
              <a:rPr lang="en-US" dirty="0" smtClean="0"/>
              <a:t>A portfolio website helps to display personal details, skills, and achievements clearly.</a:t>
            </a:r>
          </a:p>
          <a:p>
            <a:pPr>
              <a:buNone/>
            </a:pPr>
            <a:r>
              <a:rPr lang="en-US" dirty="0" smtClean="0"/>
              <a:t>It provides a platform to showcase completed projects in an organized manner.</a:t>
            </a:r>
          </a:p>
          <a:p>
            <a:pPr>
              <a:buNone/>
            </a:pPr>
            <a:r>
              <a:rPr lang="en-US" dirty="0" smtClean="0"/>
              <a:t>Without a portfolio, reaching potential employers or collaborators becomes difficult.</a:t>
            </a:r>
          </a:p>
          <a:p>
            <a:pPr>
              <a:buNone/>
            </a:pPr>
            <a:r>
              <a:rPr lang="en-US" dirty="0" smtClean="0"/>
              <a:t>Hence, a personal portfolio website is needed to highlight my work and contact details.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This project is a personal portfolio website designed to showcase my skills and projects.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It </a:t>
            </a:r>
            <a:r>
              <a:rPr lang="en-US" dirty="0" smtClean="0"/>
              <a:t>includes sections like About Me, My Projects, and Contact Me.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website is built using HTML, CSS, and JavaScript for a clean and responsive design.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It highlights projects such as a Student Management System and a Mini Calculator.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portfolio serves as a professional platform to connect with potential employers.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AND USER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end users of this portfolio website are employers, recruiters, teachers, and friends.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They can view my skills, projects, and contact details easily.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It is mainly useful for those who want to know about my work.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This project is developed using HTML for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CSS is used to style and design the layout.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JavaScript adds interactivity and functionality.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 simple text editor like VS Code is used for coding.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website is tested using a web browser such as Chrome.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PORTFOLIO DESIGNS AND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portfolio displays personal details, skills, and achievements.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It showcases projects with short descriptions for easy understanding.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 contact section allows users to reach me directly.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design is responsive and works on different devices.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Navigation is simple, making it easy for users to explore sections.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AND FUNCTIONALITY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portfolio website successfully presents my skills and projects.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It provides an easy way for employers and others to know about my work.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clean design and simple layout make it user-friendly.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It highlights my achievements and serves as my professional identity online.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Overall, it is a useful platform to connect with opportunities.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239000" cy="1158240"/>
          </a:xfrm>
        </p:spPr>
        <p:txBody>
          <a:bodyPr>
            <a:normAutofit/>
          </a:bodyPr>
          <a:lstStyle/>
          <a:p>
            <a:r>
              <a:rPr lang="en-US" dirty="0" smtClean="0"/>
              <a:t>Result and Screenshots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30" name="Picture 6" descr="C:\Users\THANUSRI RAJENDIRAN\Pictures\2025-08-30\Screenshot_2025-08-30-19-57-14-157_com.android.chrome-edit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14390"/>
            <a:ext cx="3394075" cy="3208658"/>
          </a:xfrm>
          <a:prstGeom prst="rect">
            <a:avLst/>
          </a:prstGeom>
          <a:noFill/>
        </p:spPr>
      </p:pic>
      <p:pic>
        <p:nvPicPr>
          <p:cNvPr id="11" name="Picture 6" descr="C:\Users\THANUSRI RAJENDIRAN\Pictures\2025-08-30\Screenshot_2025-08-30-19-57-14-157_com.android.chrome-edit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14400" y="1600200"/>
            <a:ext cx="2247309" cy="3265648"/>
          </a:xfrm>
          <a:prstGeom prst="rect">
            <a:avLst/>
          </a:prstGeom>
          <a:noFill/>
        </p:spPr>
      </p:pic>
      <p:pic>
        <p:nvPicPr>
          <p:cNvPr id="12" name="Picture 6" descr="C:\Users\THANUSRI RAJENDIRAN\Pictures\2025-08-30\Screenshot_2025-08-30-19-57-14-157_com.android.chrome-ed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1981200"/>
            <a:ext cx="3394075" cy="32086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This project demonstrates the effective use of HTML,CSS,AND JavaScript to create a functional and user-friendly application 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project showcases the ability to design a clean and intuitive interface ,implement mathematical </a:t>
            </a:r>
            <a:r>
              <a:rPr lang="en-US" dirty="0" err="1" smtClean="0"/>
              <a:t>operations,and</a:t>
            </a:r>
            <a:r>
              <a:rPr lang="en-US" dirty="0" smtClean="0"/>
              <a:t> handle user input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89</TotalTime>
  <Words>446</Words>
  <Application>Microsoft Office PowerPoint</Application>
  <PresentationFormat>On-screen Show (4:3)</PresentationFormat>
  <Paragraphs>55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Opulent</vt:lpstr>
      <vt:lpstr>DIGITAL PORTFOLIO</vt:lpstr>
      <vt:lpstr>DIGITAL PORTFOLIO</vt:lpstr>
      <vt:lpstr>AGENDA</vt:lpstr>
      <vt:lpstr>PROBLEM STATEMENT</vt:lpstr>
      <vt:lpstr>PROJECT OVERVIEW</vt:lpstr>
      <vt:lpstr>SIMPLE AND USER</vt:lpstr>
      <vt:lpstr>SIMPLE TECHNIQUE</vt:lpstr>
      <vt:lpstr>PORTFOLIO DESIGNS AND LAYOUT</vt:lpstr>
      <vt:lpstr>FEATURES AND FUNCTIONALITY</vt:lpstr>
      <vt:lpstr>Result and Screenshots 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dc:creator>THANUSRI RAJENDIRAN</dc:creator>
  <cp:lastModifiedBy>THANUSRI RAJENDIRAN</cp:lastModifiedBy>
  <cp:revision>19</cp:revision>
  <dcterms:created xsi:type="dcterms:W3CDTF">2025-08-27T07:45:13Z</dcterms:created>
  <dcterms:modified xsi:type="dcterms:W3CDTF">2025-08-30T14:40:29Z</dcterms:modified>
</cp:coreProperties>
</file>